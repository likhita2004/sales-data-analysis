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02ACB-C3AC-14EC-1887-E3D9916842F1}" v="20" dt="2025-09-13T07:06:49.5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757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99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960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50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11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46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92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ED1C14C-A143-42F5-B247-D0E80013100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75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257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3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96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146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views/SalesInsights-DataAnalysisProject/Dashboard-RevenueAnalysi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B12AA8B4-9659-4030-ACE1-A0045ABAC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Sales Insights - Data Analysis Project using Tableau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870430DB-4FB6-44EF-AF90-92953FF5E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58936"/>
            <a:ext cx="9144000" cy="8988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3200" dirty="0"/>
              <a:t>By – LIKHITA RONGALA</a:t>
            </a:r>
            <a:endParaRPr lang="en-IN" sz="3200" dirty="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- Revenue Analysis">
            <a:extLst>
              <a:ext uri="{FF2B5EF4-FFF2-40B4-BE49-F238E27FC236}">
                <a16:creationId xmlns:a16="http://schemas.microsoft.com/office/drawing/2014/main" id="{2828D31F-14B5-42A8-B2CE-0763D93F6C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4"/>
            <a:ext cx="12192000" cy="685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Dashboard - Profit Analysis">
            <a:extLst>
              <a:ext uri="{FF2B5EF4-FFF2-40B4-BE49-F238E27FC236}">
                <a16:creationId xmlns:a16="http://schemas.microsoft.com/office/drawing/2014/main" id="{F8F8A8A3-C128-4606-BDC7-60A902CBD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4"/>
            <a:ext cx="12192000" cy="685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</TotalTime>
  <Words>24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Retrospect</vt:lpstr>
      <vt:lpstr>Sales Insights - Data Analysis Project using Tableau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Insights - Data Analysis Project using Tableau</dc:title>
  <dc:creator/>
  <cp:lastModifiedBy>Ankit Gupta</cp:lastModifiedBy>
  <cp:revision>15</cp:revision>
  <dcterms:created xsi:type="dcterms:W3CDTF">2022-04-19T20:18:35Z</dcterms:created>
  <dcterms:modified xsi:type="dcterms:W3CDTF">2025-09-13T07:08:11Z</dcterms:modified>
</cp:coreProperties>
</file>